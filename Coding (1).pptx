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57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AF-C0CC-4914-A64E-094A199724C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E948-AC90-4BC4-9DA0-137F89ED3C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AF-C0CC-4914-A64E-094A199724C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E948-AC90-4BC4-9DA0-137F89ED3C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AF-C0CC-4914-A64E-094A199724C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E948-AC90-4BC4-9DA0-137F89ED3C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AF-C0CC-4914-A64E-094A199724C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E948-AC90-4BC4-9DA0-137F89ED3C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AF-C0CC-4914-A64E-094A199724C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E948-AC90-4BC4-9DA0-137F89ED3C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AF-C0CC-4914-A64E-094A199724C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E948-AC90-4BC4-9DA0-137F89ED3C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AF-C0CC-4914-A64E-094A199724C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E948-AC90-4BC4-9DA0-137F89ED3C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AF-C0CC-4914-A64E-094A199724C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E948-AC90-4BC4-9DA0-137F89ED3C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AF-C0CC-4914-A64E-094A199724C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E948-AC90-4BC4-9DA0-137F89ED3C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AF-C0CC-4914-A64E-094A199724C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E948-AC90-4BC4-9DA0-137F89ED3C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6BDAF-C0CC-4914-A64E-094A199724C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E948-AC90-4BC4-9DA0-137F89ED3C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6BDAF-C0CC-4914-A64E-094A199724C3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AE948-AC90-4BC4-9DA0-137F89ED3C9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214290"/>
            <a:ext cx="7772400" cy="1470025"/>
          </a:xfrm>
        </p:spPr>
        <p:txBody>
          <a:bodyPr/>
          <a:lstStyle/>
          <a:p>
            <a:r>
              <a:rPr lang="en-US" dirty="0" smtClean="0"/>
              <a:t>1.Define computer and </a:t>
            </a:r>
            <a:r>
              <a:rPr lang="en-US" dirty="0" err="1" smtClean="0"/>
              <a:t>abrivate</a:t>
            </a:r>
            <a:r>
              <a:rPr lang="en-US" dirty="0" smtClean="0"/>
              <a:t> computer 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71600" y="1714488"/>
            <a:ext cx="6629424" cy="3924312"/>
          </a:xfrm>
        </p:spPr>
        <p:txBody>
          <a:bodyPr/>
          <a:lstStyle/>
          <a:p>
            <a:r>
              <a:rPr lang="en-US" dirty="0" smtClean="0"/>
              <a:t>Computer is an electronic device it accept  input process the data  stores and  process the output –c-</a:t>
            </a:r>
            <a:r>
              <a:rPr lang="en-US" dirty="0" err="1" smtClean="0"/>
              <a:t>commamly</a:t>
            </a:r>
            <a:r>
              <a:rPr lang="en-US" dirty="0" smtClean="0"/>
              <a:t> O-</a:t>
            </a:r>
            <a:r>
              <a:rPr lang="en-US" dirty="0" err="1" smtClean="0"/>
              <a:t>operation,M</a:t>
            </a:r>
            <a:r>
              <a:rPr lang="en-US" dirty="0" smtClean="0"/>
              <a:t>-</a:t>
            </a:r>
            <a:r>
              <a:rPr lang="en-US" dirty="0" err="1" smtClean="0"/>
              <a:t>machine,P</a:t>
            </a:r>
            <a:r>
              <a:rPr lang="en-US" dirty="0" smtClean="0"/>
              <a:t>-</a:t>
            </a:r>
            <a:r>
              <a:rPr lang="en-US" dirty="0" err="1" smtClean="0"/>
              <a:t>particularly,U</a:t>
            </a:r>
            <a:r>
              <a:rPr lang="en-US" dirty="0" smtClean="0"/>
              <a:t>-</a:t>
            </a:r>
            <a:r>
              <a:rPr lang="en-US" dirty="0" err="1" smtClean="0"/>
              <a:t>used,T</a:t>
            </a:r>
            <a:r>
              <a:rPr lang="en-US" dirty="0" smtClean="0"/>
              <a:t>-</a:t>
            </a:r>
            <a:r>
              <a:rPr lang="en-US" dirty="0" err="1" smtClean="0"/>
              <a:t>trade,E</a:t>
            </a:r>
            <a:r>
              <a:rPr lang="en-US" dirty="0" smtClean="0"/>
              <a:t>-</a:t>
            </a:r>
            <a:r>
              <a:rPr lang="en-US" dirty="0" err="1" smtClean="0"/>
              <a:t>Education,R</a:t>
            </a:r>
            <a:r>
              <a:rPr lang="en-US" dirty="0" smtClean="0"/>
              <a:t>-</a:t>
            </a:r>
            <a:r>
              <a:rPr lang="en-US" dirty="0" err="1" smtClean="0"/>
              <a:t>Reasearch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Write difference between prima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</Words>
  <Application>Microsoft Office PowerPoint</Application>
  <PresentationFormat>On-screen Show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1.Define computer and abrivate computer </vt:lpstr>
      <vt:lpstr>Write difference between prima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1.Define computer and abrivate computer</dc:title>
  <dc:creator>klu</dc:creator>
  <cp:lastModifiedBy>klu</cp:lastModifiedBy>
  <cp:revision>2</cp:revision>
  <dcterms:created xsi:type="dcterms:W3CDTF">2025-08-01T10:31:43Z</dcterms:created>
  <dcterms:modified xsi:type="dcterms:W3CDTF">2025-08-01T10:47:47Z</dcterms:modified>
</cp:coreProperties>
</file>